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0" r:id="rId5"/>
    <p:sldId id="264" r:id="rId6"/>
    <p:sldId id="258" r:id="rId7"/>
    <p:sldId id="259" r:id="rId8"/>
    <p:sldId id="265" r:id="rId9"/>
    <p:sldId id="267" r:id="rId10"/>
    <p:sldId id="266" r:id="rId11"/>
    <p:sldId id="261" r:id="rId12"/>
    <p:sldId id="262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6" autoAdjust="0"/>
  </p:normalViewPr>
  <p:slideViewPr>
    <p:cSldViewPr>
      <p:cViewPr>
        <p:scale>
          <a:sx n="66" d="100"/>
          <a:sy n="66" d="100"/>
        </p:scale>
        <p:origin x="-366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18.04.2023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476673"/>
            <a:ext cx="7772400" cy="1656184"/>
          </a:xfrm>
        </p:spPr>
        <p:txBody>
          <a:bodyPr>
            <a:normAutofit/>
          </a:bodyPr>
          <a:lstStyle/>
          <a:p>
            <a:r>
              <a:rPr lang="ru-RU" sz="3600" b="1" dirty="0" smtClean="0"/>
              <a:t>Улучшение игр при такой же </a:t>
            </a:r>
            <a:br>
              <a:rPr lang="ru-RU" sz="3600" b="1" dirty="0" smtClean="0"/>
            </a:br>
            <a:r>
              <a:rPr lang="ru-RU" sz="3600" b="1" dirty="0" smtClean="0"/>
              <a:t>графике игры</a:t>
            </a:r>
            <a:endParaRPr lang="ru-RU" sz="36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2132856"/>
            <a:ext cx="8496944" cy="4464496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sz="2800" dirty="0" smtClean="0">
                <a:solidFill>
                  <a:schemeClr val="tx1"/>
                </a:solidFill>
              </a:rPr>
              <a:t>                                                           </a:t>
            </a:r>
            <a:endParaRPr lang="ru-RU" sz="2800" dirty="0">
              <a:solidFill>
                <a:schemeClr val="tx1"/>
              </a:solidFill>
            </a:endParaRPr>
          </a:p>
          <a:p>
            <a:pPr algn="r"/>
            <a:endParaRPr lang="ru-RU" sz="2800" dirty="0" smtClean="0">
              <a:solidFill>
                <a:schemeClr val="tx1"/>
              </a:solidFill>
            </a:endParaRPr>
          </a:p>
          <a:p>
            <a:pPr algn="r"/>
            <a:endParaRPr lang="ru-RU" sz="2800" dirty="0">
              <a:solidFill>
                <a:schemeClr val="tx1"/>
              </a:solidFill>
            </a:endParaRPr>
          </a:p>
          <a:p>
            <a:pPr algn="r"/>
            <a:endParaRPr lang="ru-RU" sz="2800" dirty="0" smtClean="0">
              <a:solidFill>
                <a:schemeClr val="tx1"/>
              </a:solidFill>
            </a:endParaRPr>
          </a:p>
          <a:p>
            <a:pPr algn="r"/>
            <a:endParaRPr lang="ru-RU" sz="2800" dirty="0">
              <a:solidFill>
                <a:schemeClr val="tx1"/>
              </a:solidFill>
            </a:endParaRPr>
          </a:p>
          <a:p>
            <a:pPr algn="r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аботу выполнил:</a:t>
            </a:r>
          </a:p>
          <a:p>
            <a:pPr algn="r"/>
            <a:r>
              <a:rPr lang="ru-RU" sz="2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Селемет</a:t>
            </a:r>
            <a:r>
              <a:rPr lang="ru-RU" sz="28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Артём</a:t>
            </a:r>
            <a:endParaRPr lang="ru-RU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</a:t>
            </a:r>
          </a:p>
          <a:p>
            <a:pPr algn="r"/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Зятикова Светлана Николаевна</a:t>
            </a:r>
          </a:p>
          <a:p>
            <a:pPr algn="r"/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(информатика)</a:t>
            </a:r>
          </a:p>
          <a:p>
            <a:pPr algn="l"/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Санкт-Петербург, 2023</a:t>
            </a:r>
          </a:p>
          <a:p>
            <a:pPr algn="l"/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</a:t>
            </a:r>
          </a:p>
          <a:p>
            <a:pPr algn="l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797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869529"/>
              </p:ext>
            </p:extLst>
          </p:nvPr>
        </p:nvGraphicFramePr>
        <p:xfrm>
          <a:off x="251520" y="44624"/>
          <a:ext cx="8352928" cy="6858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30790"/>
                <a:gridCol w="4422138"/>
              </a:tblGrid>
              <a:tr h="132496"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проекта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Создать мульти-игру. Игра должна  идет на производительность и удовлетворяет потребности игрока. </a:t>
                      </a:r>
                    </a:p>
                  </a:txBody>
                  <a:tcPr/>
                </a:tc>
              </a:tr>
              <a:tr h="2243768">
                <a:tc>
                  <a:txBody>
                    <a:bodyPr/>
                    <a:lstStyle/>
                    <a:p>
                      <a:r>
                        <a:rPr lang="ru-RU" sz="18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Задачи</a:t>
                      </a:r>
                      <a:r>
                        <a:rPr lang="ru-RU" sz="18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проекта</a:t>
                      </a:r>
                      <a:endParaRPr lang="ru-RU" sz="18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Изменение каналы информации</a:t>
                      </a:r>
                    </a:p>
                    <a:p>
                      <a:pPr lvl="1" algn="l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Сохранение игры каждую секунду</a:t>
                      </a:r>
                    </a:p>
                    <a:p>
                      <a:pPr lvl="1" algn="l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Создать язык программирования для мульти-игру</a:t>
                      </a:r>
                    </a:p>
                    <a:p>
                      <a:pPr lvl="1" algn="l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Создать программу графики  на основе нового языка программирования</a:t>
                      </a:r>
                    </a:p>
                    <a:p>
                      <a:pPr lvl="1" algn="l"/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Создать новую игру</a:t>
                      </a:r>
                    </a:p>
                  </a:txBody>
                  <a:tcPr/>
                </a:tc>
              </a:tr>
              <a:tr h="117866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</a:t>
                      </a:r>
                      <a:r>
                        <a:rPr lang="ru-RU" sz="18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конечный результат проекта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Создать</a:t>
                      </a:r>
                      <a:r>
                        <a:rPr lang="ru-RU" sz="18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игру и изменить процесс поступления информации в процессор, создать язык программирования на котором будут работать все девайсы </a:t>
                      </a:r>
                      <a:endParaRPr lang="ru-RU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3466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Актуальность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 каждым годом игры весят всё больше и больше</a:t>
                      </a:r>
                    </a:p>
                  </a:txBody>
                  <a:tcPr/>
                </a:tc>
              </a:tr>
              <a:tr h="36266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реализации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Уменьшит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ь веса игры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50667"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Преследуемые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задачи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1.Интерестная идея игры</a:t>
                      </a: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Игра должна быть с багами</a:t>
                      </a:r>
                      <a:b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Высокая качество проработки игры</a:t>
                      </a:r>
                      <a:b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8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5.Язык программирования подходит на все операционные системы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909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 канала информации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 управления памяти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оперативная память 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машинный код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пропускная способность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запоминающее устройство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блок управления памяти + оперативная память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машинный код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очень быстрая переработка информации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пропускная способность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запоминающее устройство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диск/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Сохранение игры каждую секунду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   Сохранение игры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Сохранение-</a:t>
            </a:r>
            <a:r>
              <a:rPr lang="en-US" dirty="0" smtClean="0"/>
              <a:t>&gt;</a:t>
            </a:r>
            <a:r>
              <a:rPr lang="ru-RU" dirty="0" smtClean="0"/>
              <a:t>Играет-</a:t>
            </a:r>
            <a:r>
              <a:rPr lang="en-US" dirty="0" smtClean="0"/>
              <a:t>&gt; </a:t>
            </a:r>
            <a:r>
              <a:rPr lang="ru-RU" dirty="0" smtClean="0"/>
              <a:t>Сохранение с изменениями</a:t>
            </a:r>
          </a:p>
          <a:p>
            <a:pPr marL="0" indent="0">
              <a:buNone/>
            </a:pPr>
            <a:r>
              <a:rPr lang="ru-RU" dirty="0" smtClean="0"/>
              <a:t>Процессор -</a:t>
            </a:r>
            <a:r>
              <a:rPr lang="en-US" dirty="0" smtClean="0"/>
              <a:t>&gt;</a:t>
            </a:r>
            <a:r>
              <a:rPr lang="ru-RU" dirty="0" smtClean="0"/>
              <a:t> кэш -</a:t>
            </a:r>
            <a:r>
              <a:rPr lang="en-US" dirty="0" smtClean="0"/>
              <a:t>&gt;</a:t>
            </a:r>
            <a:r>
              <a:rPr lang="ru-RU" dirty="0" smtClean="0"/>
              <a:t> Оперативная память-</a:t>
            </a:r>
            <a:r>
              <a:rPr lang="en-US" dirty="0" smtClean="0"/>
              <a:t>&gt;</a:t>
            </a:r>
            <a:r>
              <a:rPr lang="ru-RU" dirty="0"/>
              <a:t> </a:t>
            </a:r>
            <a:r>
              <a:rPr lang="ru-RU" dirty="0" smtClean="0"/>
              <a:t>Быстрый вывод информации -</a:t>
            </a:r>
            <a:r>
              <a:rPr lang="en-US" dirty="0" smtClean="0"/>
              <a:t>&gt;                     -&gt;</a:t>
            </a:r>
            <a:r>
              <a:rPr lang="ru-RU" dirty="0" smtClean="0"/>
              <a:t>Диск/</a:t>
            </a:r>
            <a:r>
              <a:rPr lang="en-US" dirty="0" smtClean="0"/>
              <a:t>SSD-&gt;</a:t>
            </a:r>
            <a:r>
              <a:rPr lang="ru-RU" dirty="0" smtClean="0"/>
              <a:t> Изменённое сохранение игры в папках игры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Играет</a:t>
            </a:r>
            <a:r>
              <a:rPr lang="en-US" dirty="0" smtClean="0">
                <a:sym typeface="Wingdings" panose="05000000000000000000" pitchFamily="2" charset="2"/>
              </a:rPr>
              <a:t></a:t>
            </a:r>
            <a:r>
              <a:rPr lang="ru-RU" dirty="0" smtClean="0">
                <a:sym typeface="Wingdings" panose="05000000000000000000" pitchFamily="2" charset="2"/>
              </a:rPr>
              <a:t>Сохранение</a:t>
            </a:r>
          </a:p>
          <a:p>
            <a:pPr marL="0" indent="0">
              <a:buNone/>
            </a:pPr>
            <a:endParaRPr lang="ru-RU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ru-RU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ru-RU" dirty="0" smtClean="0">
                <a:sym typeface="Wingdings" panose="05000000000000000000" pitchFamily="2" charset="2"/>
              </a:rPr>
              <a:t>Процессор</a:t>
            </a:r>
            <a:r>
              <a:rPr lang="en-US" dirty="0" smtClean="0">
                <a:sym typeface="Wingdings" panose="05000000000000000000" pitchFamily="2" charset="2"/>
              </a:rPr>
              <a:t></a:t>
            </a:r>
            <a:r>
              <a:rPr lang="ru-RU" dirty="0" smtClean="0">
                <a:sym typeface="Wingdings" panose="05000000000000000000" pitchFamily="2" charset="2"/>
              </a:rPr>
              <a:t>Изменяется папка игры в процессе игры</a:t>
            </a:r>
          </a:p>
        </p:txBody>
      </p:sp>
    </p:spTree>
    <p:extLst>
      <p:ext uri="{BB962C8B-B14F-4D97-AF65-F5344CB8AC3E}">
        <p14:creationId xmlns:p14="http://schemas.microsoft.com/office/powerpoint/2010/main" val="190832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Уменьшение крышки процессора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 descr="C:\Users\HP\OneDrive\Рабочий стол\iz-chego-sostoit-processor-1 (2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6"/>
            <a:ext cx="6121400" cy="525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03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628800"/>
            <a:ext cx="8352928" cy="4968552"/>
          </a:xfrm>
        </p:spPr>
        <p:txBody>
          <a:bodyPr>
            <a:normAutofit/>
          </a:bodyPr>
          <a:lstStyle/>
          <a:p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1.Целевая аудитория от 6 до 18 лет</a:t>
            </a:r>
            <a:b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2.Конкуренций для игры нет</a:t>
            </a:r>
            <a:b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3.Игра будет продаваться без оплаты и без внутри игровых покупок</a:t>
            </a:r>
            <a:b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Создание игры от недели до 2-2,5 года</a:t>
            </a:r>
            <a:b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Ориентировочный бюджет игры менее 4 млн </a:t>
            </a:r>
            <a:r>
              <a:rPr lang="en-US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6.Концепт игры и документ игрового дизайна легкий , понятный ,интересный </a:t>
            </a:r>
            <a:endParaRPr lang="ru-RU" sz="2400" b="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1520" y="116632"/>
            <a:ext cx="8496944" cy="1080120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Пост- </a:t>
            </a:r>
            <a:r>
              <a:rPr lang="ru-RU" sz="28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продакшн</a:t>
            </a:r>
            <a:endParaRPr lang="ru-RU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6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988840"/>
            <a:ext cx="8171185" cy="4176464"/>
          </a:xfrm>
        </p:spPr>
        <p:txBody>
          <a:bodyPr>
            <a:noAutofit/>
          </a:bodyPr>
          <a:lstStyle/>
          <a:p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соты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программирования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lmaz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Жанр: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массовая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ролевая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ель: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очистить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дух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выбранного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персонажа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протяжении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многих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прожитых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жизней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дея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игры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есплатная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сть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играет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первого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лица.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должен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выжить</a:t>
            </a:r>
            <a:r>
              <a:rPr lang="ru-RU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же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умирает</a:t>
            </a:r>
            <a:r>
              <a:rPr lang="ru-RU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телепортируется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одного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мира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другой,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прошлом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мире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умер</a:t>
            </a:r>
            <a:r>
              <a:rPr lang="ru-RU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новом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всё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продолжается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как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будто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ничего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происходило</a:t>
            </a:r>
            <a:r>
              <a:rPr lang="ru-RU" sz="2000" b="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Платная: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Сетевая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игра</a:t>
            </a:r>
            <a: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0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играешь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лица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бога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ты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должен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создавать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цивилизацию. Ты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можешь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устроить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эпидемии, голод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войну</a:t>
            </a:r>
            <a:r>
              <a:rPr lang="ru-RU" sz="2000" b="0" i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засуху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r>
              <a:rPr lang="ru-RU" sz="200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0" i="1" cap="none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наводнение</a:t>
            </a:r>
            <a:endParaRPr lang="ru-RU" sz="2000" b="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3568" y="548680"/>
            <a:ext cx="7772400" cy="864096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tx1"/>
                </a:solidFill>
              </a:rPr>
              <a:t>Концепт</a:t>
            </a:r>
            <a:endParaRPr lang="ru-RU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03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</a:t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Almaz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i="1" dirty="0"/>
              <a:t>Код написания, как у </a:t>
            </a:r>
            <a:r>
              <a:rPr lang="en-US" sz="2800" i="1" dirty="0" err="1"/>
              <a:t>Pyton</a:t>
            </a:r>
            <a:r>
              <a:rPr lang="ru-RU" sz="2800" i="1" dirty="0"/>
              <a:t>’а, производительностью, как </a:t>
            </a:r>
            <a:r>
              <a:rPr lang="en-US" sz="2800" i="1" dirty="0"/>
              <a:t>C</a:t>
            </a:r>
            <a:r>
              <a:rPr lang="ru-RU" sz="2800" i="1" dirty="0"/>
              <a:t>++  и графикой </a:t>
            </a:r>
            <a:r>
              <a:rPr lang="en-US" sz="2800" i="1" dirty="0" smtClean="0"/>
              <a:t>Java</a:t>
            </a:r>
            <a:endParaRPr lang="ru-RU" sz="2800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C:\Users\HP\OneDrive\Рабочий стол\samye-populyarnye-yazyki-programmirovaniya-2-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58454"/>
            <a:ext cx="4032447" cy="240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HP\OneDrive\Рабочий стол\python-5-logo-png-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2" y="2693794"/>
            <a:ext cx="1224134" cy="1219032"/>
          </a:xfrm>
          <a:prstGeom prst="rect">
            <a:avLst/>
          </a:prstGeom>
          <a:noFill/>
          <a:scene3d>
            <a:camera prst="orthographicFront">
              <a:rot lat="0" lon="0" rev="210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HP\OneDrive\Рабочий стол\c-programming-languag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229" y="4179483"/>
            <a:ext cx="1318907" cy="1034235"/>
          </a:xfrm>
          <a:prstGeom prst="rect">
            <a:avLst/>
          </a:prstGeom>
          <a:noFill/>
          <a:scene3d>
            <a:camera prst="orthographicFront">
              <a:rot lat="0" lon="0" rev="9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HP\OneDrive\Рабочий стол\c-sharp-c-logo-02F17714BA-seeklogo.com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480000">
            <a:off x="7451440" y="2760632"/>
            <a:ext cx="970093" cy="1089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C:\Users\HP\OneDrive\Рабочий стол\images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236" y="5507404"/>
            <a:ext cx="984324" cy="98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C:\Users\HP\OneDrive\Рабочий стол\дизайн-ui-и-и-ux-app-оготипа-значка-базы-анных-sql-96842106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975" y="4262518"/>
            <a:ext cx="969963" cy="186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HP\OneDrive\Рабочий стол\assembly (3)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503" y="3594714"/>
            <a:ext cx="1101886" cy="110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HP\OneDrive\Рабочий стол\php_PNG23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503" y="4983066"/>
            <a:ext cx="1477791" cy="1685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95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Жанр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65671"/>
            <a:ext cx="8229600" cy="3195021"/>
          </a:xfrm>
        </p:spPr>
      </p:pic>
    </p:spTree>
    <p:extLst>
      <p:ext uri="{BB962C8B-B14F-4D97-AF65-F5344CB8AC3E}">
        <p14:creationId xmlns:p14="http://schemas.microsoft.com/office/powerpoint/2010/main" val="2945161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pic>
        <p:nvPicPr>
          <p:cNvPr id="3" name="Picture 3" descr="C:\Users\HP\OneDrive\Рабочий стол\images (3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752600"/>
            <a:ext cx="5256583" cy="3548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2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</a:t>
            </a:r>
            <a:r>
              <a:rPr lang="ru-RU" dirty="0" smtClean="0"/>
              <a:t>льфа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4038600" cy="3384376"/>
          </a:xfrm>
        </p:spPr>
      </p:pic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Игрок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сам выбирать свою цели. После чего игрок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сам будет выбирать награду и сам, будет выбирать ту или иную прокачку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89205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3568" y="980728"/>
            <a:ext cx="7772400" cy="1362075"/>
          </a:xfrm>
        </p:spPr>
        <p:txBody>
          <a:bodyPr>
            <a:normAutofit/>
          </a:bodyPr>
          <a:lstStyle/>
          <a:p>
            <a:pPr algn="ctr"/>
            <a:r>
              <a:rPr lang="ru-RU" sz="3200" b="0" dirty="0"/>
              <a:t/>
            </a:r>
            <a:br>
              <a:rPr lang="ru-RU" sz="3200" b="0" dirty="0"/>
            </a:br>
            <a:r>
              <a:rPr lang="ru-RU" sz="3600" b="0" dirty="0" smtClean="0"/>
              <a:t>Бета</a:t>
            </a:r>
            <a:endParaRPr lang="ru-RU" sz="3200" b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3330599"/>
          </a:xfrm>
        </p:spPr>
        <p:txBody>
          <a:bodyPr/>
          <a:lstStyle/>
          <a:p>
            <a:r>
              <a:rPr lang="ru-RU" dirty="0" smtClean="0">
                <a:solidFill>
                  <a:schemeClr val="tx1"/>
                </a:solidFill>
              </a:rPr>
              <a:t>Игра </a:t>
            </a:r>
            <a:r>
              <a:rPr lang="ru-RU" dirty="0">
                <a:solidFill>
                  <a:schemeClr val="tx1"/>
                </a:solidFill>
              </a:rPr>
              <a:t>запуская на любой операционной  системе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Подходит </a:t>
            </a:r>
            <a:r>
              <a:rPr lang="ru-RU" dirty="0">
                <a:solidFill>
                  <a:schemeClr val="tx1"/>
                </a:solidFill>
              </a:rPr>
              <a:t>на </a:t>
            </a:r>
            <a:r>
              <a:rPr lang="ru-RU" dirty="0" smtClean="0">
                <a:solidFill>
                  <a:schemeClr val="tx1"/>
                </a:solidFill>
              </a:rPr>
              <a:t>все </a:t>
            </a:r>
            <a:r>
              <a:rPr lang="ru-RU" dirty="0">
                <a:solidFill>
                  <a:schemeClr val="tx1"/>
                </a:solidFill>
              </a:rPr>
              <a:t>компьютеры ,   телефоне , планшете, консоль,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VR</a:t>
            </a:r>
            <a:endParaRPr lang="ru-RU" dirty="0" smtClean="0">
              <a:solidFill>
                <a:schemeClr val="tx1"/>
              </a:solidFill>
            </a:endParaRPr>
          </a:p>
          <a:p>
            <a:r>
              <a:rPr lang="ru-RU" dirty="0" smtClean="0">
                <a:solidFill>
                  <a:schemeClr val="tx1"/>
                </a:solidFill>
              </a:rPr>
              <a:t>Убирание багов </a:t>
            </a:r>
            <a:r>
              <a:rPr lang="ru-RU" dirty="0">
                <a:solidFill>
                  <a:schemeClr val="tx1"/>
                </a:solidFill>
              </a:rPr>
              <a:t/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dirty="0" smtClean="0">
                <a:solidFill>
                  <a:schemeClr val="tx1"/>
                </a:solidFill>
              </a:rPr>
              <a:t>Весит игра менее 10-25 гигабайт</a:t>
            </a:r>
          </a:p>
          <a:p>
            <a:r>
              <a:rPr lang="ru-RU" dirty="0" smtClean="0">
                <a:solidFill>
                  <a:schemeClr val="tx1"/>
                </a:solidFill>
              </a:rPr>
              <a:t>Прорабатывание игры</a:t>
            </a:r>
          </a:p>
          <a:p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3051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289</Words>
  <Application>Microsoft Office PowerPoint</Application>
  <PresentationFormat>Экран (4:3)</PresentationFormat>
  <Paragraphs>57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Улучшение игр при такой же  графике игры</vt:lpstr>
      <vt:lpstr>Презентация PowerPoint</vt:lpstr>
      <vt:lpstr>Изменения канала информации</vt:lpstr>
      <vt:lpstr>Сохранение игры каждую секунду</vt:lpstr>
      <vt:lpstr>Уменьшение крышки процессора</vt:lpstr>
      <vt:lpstr>1.Целевая аудитория от 6 до 18 лет 2.Конкуренций для игры нет 3.Игра будет продаваться без оплаты и без внутри игровых покупок 4. Создание игры от недели до 2-2,5 года 5. Ориентировочный бюджет игры менее 4 млн $ 6.Концепт игры и документ игрового дизайна легкий , понятный ,интересный </vt:lpstr>
      <vt:lpstr>Название: соты Язык программирования: Almaz Жанр: симулятор, массовая ролевая Цель: очистить дух выбранного персонажа на протяжении многих прожитых им жизней Идея игры Бесплатная : Есть игрок который играет от первого лица. Он должен выжить, если же он умирает, то он телепортируется из одного мира В другой, где в прошлом мире он умер, а В новом всё продолжается как будто и ничего не происходило. Платная: 1.Сетевая игра 2.Ты играешь от лица бога и ты должен создавать цивилизацию. Ты можешь устроить эпидемии, голод или войну, засуху или наводнение</vt:lpstr>
      <vt:lpstr>Язык программирования  Almaz</vt:lpstr>
      <vt:lpstr>Жанр</vt:lpstr>
      <vt:lpstr>Цель</vt:lpstr>
      <vt:lpstr>Альфа</vt:lpstr>
      <vt:lpstr> Бета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Улучшение создание игр</dc:title>
  <dc:creator>HP</dc:creator>
  <cp:lastModifiedBy>HP</cp:lastModifiedBy>
  <cp:revision>45</cp:revision>
  <dcterms:created xsi:type="dcterms:W3CDTF">2023-01-04T10:26:01Z</dcterms:created>
  <dcterms:modified xsi:type="dcterms:W3CDTF">2023-04-18T17:15:09Z</dcterms:modified>
</cp:coreProperties>
</file>