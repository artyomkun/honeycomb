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EBBBCC-DAD2-459C-BE2E-F6DE35CF9A28}" styleName="Темный стиль 2 - акцент 3/акцент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76" autoAdjust="0"/>
  </p:normalViewPr>
  <p:slideViewPr>
    <p:cSldViewPr>
      <p:cViewPr varScale="1">
        <p:scale>
          <a:sx n="103" d="100"/>
          <a:sy n="103" d="100"/>
        </p:scale>
        <p:origin x="234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11.03.2023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11.03.2023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11.03.2023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11.03.2023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11.03.2023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11.03.2023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11.03.2023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11.03.2023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11.03.2023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11.03.2023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11.03.2023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11.03.2023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692697"/>
            <a:ext cx="7772400" cy="1080119"/>
          </a:xfrm>
        </p:spPr>
        <p:txBody>
          <a:bodyPr>
            <a:normAutofit/>
          </a:bodyPr>
          <a:lstStyle/>
          <a:p>
            <a:r>
              <a:rPr lang="ru-RU" sz="3600" dirty="0" smtClean="0"/>
              <a:t>Улучшение </a:t>
            </a:r>
            <a:r>
              <a:rPr lang="ru-RU" sz="3600" dirty="0" smtClean="0"/>
              <a:t>создани</a:t>
            </a:r>
            <a:r>
              <a:rPr lang="ru-RU" sz="3600" dirty="0">
                <a:solidFill>
                  <a:srgbClr val="FF0000"/>
                </a:solidFill>
              </a:rPr>
              <a:t>я</a:t>
            </a:r>
            <a:r>
              <a:rPr lang="ru-RU" sz="3600" dirty="0" smtClean="0">
                <a:solidFill>
                  <a:srgbClr val="FF0000"/>
                </a:solidFill>
              </a:rPr>
              <a:t> </a:t>
            </a:r>
            <a:r>
              <a:rPr lang="ru-RU" sz="3600" dirty="0" smtClean="0"/>
              <a:t>игр</a:t>
            </a:r>
            <a:endParaRPr lang="ru-RU" sz="36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95536" y="2132856"/>
            <a:ext cx="8496944" cy="4464496"/>
          </a:xfrm>
        </p:spPr>
        <p:txBody>
          <a:bodyPr>
            <a:normAutofit fontScale="85000" lnSpcReduction="20000"/>
          </a:bodyPr>
          <a:lstStyle/>
          <a:p>
            <a:pPr algn="r"/>
            <a:r>
              <a:rPr lang="ru-RU" sz="2800" dirty="0" smtClean="0">
                <a:solidFill>
                  <a:schemeClr val="tx1"/>
                </a:solidFill>
              </a:rPr>
              <a:t>                                                           </a:t>
            </a:r>
            <a:endParaRPr lang="ru-RU" sz="2800" dirty="0">
              <a:solidFill>
                <a:schemeClr val="tx1"/>
              </a:solidFill>
            </a:endParaRPr>
          </a:p>
          <a:p>
            <a:pPr algn="r"/>
            <a:endParaRPr lang="ru-RU" sz="2800" dirty="0" smtClean="0">
              <a:solidFill>
                <a:schemeClr val="tx1"/>
              </a:solidFill>
            </a:endParaRPr>
          </a:p>
          <a:p>
            <a:pPr algn="r"/>
            <a:endParaRPr lang="ru-RU" sz="2800" dirty="0">
              <a:solidFill>
                <a:schemeClr val="tx1"/>
              </a:solidFill>
            </a:endParaRPr>
          </a:p>
          <a:p>
            <a:pPr algn="r"/>
            <a:endParaRPr lang="ru-RU" sz="2800" dirty="0" smtClean="0">
              <a:solidFill>
                <a:schemeClr val="tx1"/>
              </a:solidFill>
            </a:endParaRPr>
          </a:p>
          <a:p>
            <a:pPr algn="r"/>
            <a:endParaRPr lang="ru-RU" sz="2800" dirty="0">
              <a:solidFill>
                <a:schemeClr val="tx1"/>
              </a:solidFill>
            </a:endParaRPr>
          </a:p>
          <a:p>
            <a:pPr algn="r"/>
            <a:r>
              <a:rPr lang="ru-RU" sz="2800" dirty="0" smtClean="0">
                <a:solidFill>
                  <a:schemeClr val="tx1"/>
                </a:solidFill>
              </a:rPr>
              <a:t>Выполнил:</a:t>
            </a:r>
            <a:r>
              <a:rPr lang="ru-RU" sz="2800" dirty="0" smtClean="0">
                <a:solidFill>
                  <a:schemeClr val="tx1"/>
                </a:solidFill>
              </a:rPr>
              <a:t/>
            </a:r>
            <a:br>
              <a:rPr lang="ru-RU" sz="2800" dirty="0" smtClean="0">
                <a:solidFill>
                  <a:schemeClr val="tx1"/>
                </a:solidFill>
              </a:rPr>
            </a:br>
            <a:r>
              <a:rPr lang="ru-RU" sz="2800" dirty="0" smtClean="0">
                <a:solidFill>
                  <a:schemeClr val="tx1"/>
                </a:solidFill>
              </a:rPr>
              <a:t>ученик 9 В класса</a:t>
            </a:r>
          </a:p>
          <a:p>
            <a:pPr algn="r"/>
            <a:r>
              <a:rPr lang="ru-RU" sz="2800" dirty="0" smtClean="0">
                <a:solidFill>
                  <a:schemeClr val="tx1"/>
                </a:solidFill>
              </a:rPr>
              <a:t>МБОУ СОШ № 175</a:t>
            </a:r>
          </a:p>
          <a:p>
            <a:pPr algn="r"/>
            <a:r>
              <a:rPr lang="ru-RU" sz="2800" dirty="0" err="1" smtClean="0">
                <a:solidFill>
                  <a:schemeClr val="tx1"/>
                </a:solidFill>
              </a:rPr>
              <a:t>Селемет</a:t>
            </a:r>
            <a:r>
              <a:rPr lang="ru-RU" sz="2800" dirty="0" smtClean="0">
                <a:solidFill>
                  <a:schemeClr val="tx1"/>
                </a:solidFill>
              </a:rPr>
              <a:t>  Артём</a:t>
            </a:r>
          </a:p>
          <a:p>
            <a:pPr algn="l"/>
            <a:endParaRPr lang="ru-RU" sz="2800" dirty="0">
              <a:solidFill>
                <a:schemeClr val="tx1"/>
              </a:solidFill>
            </a:endParaRPr>
          </a:p>
          <a:p>
            <a:pPr algn="l"/>
            <a:endParaRPr lang="ru-RU" sz="2800" dirty="0" smtClean="0">
              <a:solidFill>
                <a:schemeClr val="tx1"/>
              </a:solidFill>
            </a:endParaRPr>
          </a:p>
          <a:p>
            <a:pPr algn="l"/>
            <a:r>
              <a:rPr lang="ru-RU" sz="2800" dirty="0">
                <a:solidFill>
                  <a:schemeClr val="tx1"/>
                </a:solidFill>
              </a:rPr>
              <a:t> </a:t>
            </a:r>
            <a:r>
              <a:rPr lang="ru-RU" sz="2800" dirty="0" smtClean="0">
                <a:solidFill>
                  <a:schemeClr val="tx1"/>
                </a:solidFill>
              </a:rPr>
              <a:t>                                                                 </a:t>
            </a:r>
          </a:p>
          <a:p>
            <a:pPr algn="l"/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7978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4781288"/>
              </p:ext>
            </p:extLst>
          </p:nvPr>
        </p:nvGraphicFramePr>
        <p:xfrm>
          <a:off x="395536" y="116633"/>
          <a:ext cx="8568952" cy="6585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4476"/>
                <a:gridCol w="4284476"/>
              </a:tblGrid>
              <a:tr h="732185">
                <a:tc>
                  <a:txBody>
                    <a:bodyPr/>
                    <a:lstStyle/>
                    <a:p>
                      <a:r>
                        <a:rPr lang="ru-RU" b="0" dirty="0" smtClean="0">
                          <a:solidFill>
                            <a:schemeClr val="tx1"/>
                          </a:solidFill>
                        </a:rPr>
                        <a:t>Цель проекта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Уменьшить вес игры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907536">
                <a:tc>
                  <a:txBody>
                    <a:bodyPr/>
                    <a:lstStyle/>
                    <a:p>
                      <a:r>
                        <a:rPr lang="ru-RU" b="0" dirty="0" smtClean="0">
                          <a:solidFill>
                            <a:schemeClr val="tx1"/>
                          </a:solidFill>
                        </a:rPr>
                        <a:t>Задачи</a:t>
                      </a:r>
                      <a:r>
                        <a:rPr lang="ru-RU" b="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0" baseline="0" dirty="0" smtClean="0">
                          <a:solidFill>
                            <a:schemeClr val="tx1"/>
                          </a:solidFill>
                        </a:rPr>
                        <a:t>проекта</a:t>
                      </a:r>
                    </a:p>
                    <a:p>
                      <a:r>
                        <a:rPr lang="ru-RU" b="0" baseline="0" dirty="0" smtClean="0">
                          <a:solidFill>
                            <a:srgbClr val="FF0000"/>
                          </a:solidFill>
                        </a:rPr>
                        <a:t>Это то, что нужно сделать в проекте, действия!!!!!</a:t>
                      </a:r>
                      <a:endParaRPr lang="ru-RU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ru-RU" dirty="0" smtClean="0">
                          <a:solidFill>
                            <a:srgbClr val="FF0000"/>
                          </a:solidFill>
                        </a:rPr>
                        <a:t>Понятен концепт игры</a:t>
                      </a:r>
                      <a:br>
                        <a:rPr lang="ru-RU" dirty="0" smtClean="0">
                          <a:solidFill>
                            <a:srgbClr val="FF0000"/>
                          </a:solidFill>
                        </a:rPr>
                      </a:br>
                      <a:r>
                        <a:rPr lang="ru-RU" dirty="0" smtClean="0">
                          <a:solidFill>
                            <a:srgbClr val="FF0000"/>
                          </a:solidFill>
                        </a:rPr>
                        <a:t>2.</a:t>
                      </a:r>
                      <a:r>
                        <a:rPr lang="ru-RU" baseline="0" dirty="0" smtClean="0">
                          <a:solidFill>
                            <a:srgbClr val="FF0000"/>
                          </a:solidFill>
                        </a:rPr>
                        <a:t> Лёгкость </a:t>
                      </a:r>
                      <a:r>
                        <a:rPr lang="ru-RU" baseline="0" dirty="0" err="1" smtClean="0">
                          <a:solidFill>
                            <a:srgbClr val="FF0000"/>
                          </a:solidFill>
                        </a:rPr>
                        <a:t>прототипирования</a:t>
                      </a:r>
                      <a:r>
                        <a:rPr lang="ru-RU" baseline="0" dirty="0" smtClean="0">
                          <a:solidFill>
                            <a:srgbClr val="FF0000"/>
                          </a:solidFill>
                        </a:rPr>
                        <a:t/>
                      </a:r>
                      <a:br>
                        <a:rPr lang="ru-RU" baseline="0" dirty="0" smtClean="0">
                          <a:solidFill>
                            <a:srgbClr val="FF0000"/>
                          </a:solidFill>
                        </a:rPr>
                      </a:br>
                      <a:r>
                        <a:rPr lang="ru-RU" baseline="0" dirty="0" smtClean="0">
                          <a:solidFill>
                            <a:srgbClr val="FF0000"/>
                          </a:solidFill>
                        </a:rPr>
                        <a:t>3. Понятен код игры</a:t>
                      </a:r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1452057">
                <a:tc>
                  <a:txBody>
                    <a:bodyPr/>
                    <a:lstStyle/>
                    <a:p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Ожидаемый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конечный результат проекта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1.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Игра запу</a:t>
                      </a:r>
                      <a:r>
                        <a:rPr lang="ru-RU" baseline="0" dirty="0" smtClean="0">
                          <a:solidFill>
                            <a:srgbClr val="FF0000"/>
                          </a:solidFill>
                        </a:rPr>
                        <a:t>ская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на любой операционной  системе</a:t>
                      </a:r>
                      <a:br>
                        <a:rPr lang="ru-RU" baseline="0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2. Подходит на все компьютеры ,   телефон</a:t>
                      </a:r>
                      <a:r>
                        <a:rPr lang="ru-RU" baseline="0" dirty="0" smtClean="0">
                          <a:solidFill>
                            <a:srgbClr val="FF0000"/>
                          </a:solidFill>
                        </a:rPr>
                        <a:t>е 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, планшете, консоль,</a:t>
                      </a:r>
                      <a:r>
                        <a:rPr lang="en-US" baseline="0" dirty="0" smtClean="0">
                          <a:solidFill>
                            <a:schemeClr val="tx1"/>
                          </a:solidFill>
                        </a:rPr>
                        <a:t> VR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br>
                        <a:rPr lang="ru-RU" baseline="0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3. Весит  менее 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10-20 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гигабайт 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732185">
                <a:tc>
                  <a:txBody>
                    <a:bodyPr/>
                    <a:lstStyle/>
                    <a:p>
                      <a:r>
                        <a:rPr lang="ru-RU" dirty="0" smtClean="0"/>
                        <a:t>Актуальность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solidFill>
                            <a:srgbClr val="FF0000"/>
                          </a:solidFill>
                        </a:rPr>
                        <a:t>Средняя</a:t>
                      </a:r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732185">
                <a:tc>
                  <a:txBody>
                    <a:bodyPr/>
                    <a:lstStyle/>
                    <a:p>
                      <a:r>
                        <a:rPr lang="ru-RU" dirty="0" smtClean="0"/>
                        <a:t>Цель реализации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solidFill>
                            <a:srgbClr val="FF0000"/>
                          </a:solidFill>
                        </a:rPr>
                        <a:t>Увеличение</a:t>
                      </a:r>
                      <a:r>
                        <a:rPr lang="ru-RU" baseline="0" dirty="0" smtClean="0">
                          <a:solidFill>
                            <a:srgbClr val="FF0000"/>
                          </a:solidFill>
                        </a:rPr>
                        <a:t> радости детей</a:t>
                      </a:r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1996579">
                <a:tc>
                  <a:txBody>
                    <a:bodyPr/>
                    <a:lstStyle/>
                    <a:p>
                      <a:r>
                        <a:rPr lang="ru-RU" dirty="0" smtClean="0">
                          <a:solidFill>
                            <a:srgbClr val="FF0000"/>
                          </a:solidFill>
                        </a:rPr>
                        <a:t>Преследуемые</a:t>
                      </a:r>
                      <a:r>
                        <a:rPr lang="ru-RU" baseline="0" dirty="0" smtClean="0">
                          <a:solidFill>
                            <a:srgbClr val="FF0000"/>
                          </a:solidFill>
                        </a:rPr>
                        <a:t> задачи</a:t>
                      </a:r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1.Интерестная идея игры</a:t>
                      </a:r>
                      <a:br>
                        <a:rPr lang="ru-RU" dirty="0" smtClean="0"/>
                      </a:br>
                      <a:r>
                        <a:rPr lang="ru-RU" dirty="0" smtClean="0"/>
                        <a:t>2.Лёгкость тестируемых</a:t>
                      </a:r>
                      <a:r>
                        <a:rPr lang="ru-RU" baseline="0" dirty="0" smtClean="0"/>
                        <a:t> игр</a:t>
                      </a:r>
                      <a:br>
                        <a:rPr lang="ru-RU" baseline="0" dirty="0" smtClean="0"/>
                      </a:br>
                      <a:r>
                        <a:rPr lang="ru-RU" baseline="0" dirty="0" smtClean="0"/>
                        <a:t>3. Игра должна быть без багов</a:t>
                      </a:r>
                      <a:br>
                        <a:rPr lang="ru-RU" baseline="0" dirty="0" smtClean="0"/>
                      </a:br>
                      <a:r>
                        <a:rPr lang="ru-RU" baseline="0" dirty="0" smtClean="0"/>
                        <a:t>4. Высокая качество проработки игры</a:t>
                      </a:r>
                      <a:br>
                        <a:rPr lang="ru-RU" baseline="0" dirty="0" smtClean="0"/>
                      </a:br>
                      <a:r>
                        <a:rPr lang="ru-RU" baseline="0" dirty="0" smtClean="0"/>
                        <a:t>5.Язык программирования подходит на все операционные системы</a:t>
                      </a:r>
                      <a:br>
                        <a:rPr lang="ru-RU" baseline="0" dirty="0" smtClean="0"/>
                      </a:br>
                      <a:r>
                        <a:rPr lang="ru-RU" baseline="0" dirty="0" smtClean="0"/>
                        <a:t>6. Всем интересна игра 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9097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1628800"/>
            <a:ext cx="8352928" cy="4968552"/>
          </a:xfrm>
        </p:spPr>
        <p:txBody>
          <a:bodyPr>
            <a:normAutofit/>
          </a:bodyPr>
          <a:lstStyle/>
          <a:p>
            <a:r>
              <a:rPr lang="ru-RU" sz="2400" b="0" dirty="0" smtClean="0"/>
              <a:t>1.Целевая аудитория от 6 до 18 лет</a:t>
            </a:r>
            <a:br>
              <a:rPr lang="ru-RU" sz="2400" b="0" dirty="0" smtClean="0"/>
            </a:br>
            <a:r>
              <a:rPr lang="ru-RU" sz="2400" b="0" dirty="0" smtClean="0"/>
              <a:t>2.Конкуренции для </a:t>
            </a:r>
            <a:r>
              <a:rPr lang="ru-RU" sz="2400" b="0" dirty="0" smtClean="0"/>
              <a:t>игры нет</a:t>
            </a:r>
            <a:br>
              <a:rPr lang="ru-RU" sz="2400" b="0" dirty="0" smtClean="0"/>
            </a:br>
            <a:r>
              <a:rPr lang="ru-RU" sz="2400" b="0" dirty="0" smtClean="0"/>
              <a:t>3.Игра будет продаваться без оплаты и без </a:t>
            </a:r>
            <a:r>
              <a:rPr lang="ru-RU" sz="2400" b="0" dirty="0" err="1" smtClean="0"/>
              <a:t>внутриигровых</a:t>
            </a:r>
            <a:r>
              <a:rPr lang="ru-RU" sz="2400" b="0" dirty="0" smtClean="0"/>
              <a:t> покупок</a:t>
            </a:r>
            <a:br>
              <a:rPr lang="ru-RU" sz="2400" b="0" dirty="0" smtClean="0"/>
            </a:br>
            <a:r>
              <a:rPr lang="ru-RU" sz="2400" b="0" dirty="0" smtClean="0"/>
              <a:t>4. Создание игры от недели до 2-2,5 года</a:t>
            </a:r>
            <a:br>
              <a:rPr lang="ru-RU" sz="2400" b="0" dirty="0" smtClean="0"/>
            </a:br>
            <a:r>
              <a:rPr lang="ru-RU" sz="2400" b="0" dirty="0" smtClean="0"/>
              <a:t>5. </a:t>
            </a:r>
            <a:r>
              <a:rPr lang="ru-RU" sz="2400" b="0" dirty="0" err="1" smtClean="0"/>
              <a:t>Ориентировачный</a:t>
            </a:r>
            <a:r>
              <a:rPr lang="ru-RU" sz="2400" b="0" dirty="0" smtClean="0"/>
              <a:t> бюджет игры менее 4 млн </a:t>
            </a:r>
            <a:r>
              <a:rPr lang="en-US" sz="2400" b="0" dirty="0" smtClean="0"/>
              <a:t>$</a:t>
            </a:r>
            <a:r>
              <a:rPr lang="ru-RU" sz="2400" b="0" dirty="0" smtClean="0"/>
              <a:t/>
            </a:r>
            <a:br>
              <a:rPr lang="ru-RU" sz="2400" b="0" dirty="0" smtClean="0"/>
            </a:br>
            <a:r>
              <a:rPr lang="ru-RU" sz="2400" b="0" dirty="0" smtClean="0"/>
              <a:t>6.Концепт игры и документ игрового дизайна </a:t>
            </a:r>
            <a:r>
              <a:rPr lang="ru-RU" sz="2400" b="0" dirty="0" smtClean="0"/>
              <a:t>легкий,  понятный, Интересный </a:t>
            </a:r>
            <a:endParaRPr lang="ru-RU" sz="2400" b="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51520" y="116632"/>
            <a:ext cx="8496944" cy="1080120"/>
          </a:xfrm>
        </p:spPr>
        <p:txBody>
          <a:bodyPr>
            <a:normAutofit/>
          </a:bodyPr>
          <a:lstStyle/>
          <a:p>
            <a:pPr algn="ctr"/>
            <a:r>
              <a:rPr lang="ru-RU" sz="2800" b="1" dirty="0" smtClean="0">
                <a:solidFill>
                  <a:srgbClr val="FF0000"/>
                </a:solidFill>
              </a:rPr>
              <a:t>Пост- </a:t>
            </a:r>
            <a:r>
              <a:rPr lang="ru-RU" sz="2800" b="1" dirty="0" err="1" smtClean="0">
                <a:solidFill>
                  <a:srgbClr val="FF0000"/>
                </a:solidFill>
              </a:rPr>
              <a:t>продакшн</a:t>
            </a:r>
            <a:endParaRPr lang="ru-RU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1563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2780928"/>
            <a:ext cx="8171185" cy="3744416"/>
          </a:xfrm>
        </p:spPr>
        <p:txBody>
          <a:bodyPr>
            <a:normAutofit fontScale="90000"/>
          </a:bodyPr>
          <a:lstStyle/>
          <a:p>
            <a:r>
              <a:rPr lang="ru-RU" sz="2800" b="0" dirty="0" smtClean="0"/>
              <a:t>Документ игрового дизайна(</a:t>
            </a:r>
            <a:r>
              <a:rPr lang="en-US" sz="2800" b="0" dirty="0" smtClean="0"/>
              <a:t>GDD)</a:t>
            </a:r>
            <a:br>
              <a:rPr lang="en-US" sz="2800" b="0" dirty="0" smtClean="0"/>
            </a:br>
            <a:r>
              <a:rPr lang="ru-RU" sz="2800" b="0" dirty="0" smtClean="0"/>
              <a:t>Язык Программирования </a:t>
            </a:r>
            <a:r>
              <a:rPr lang="en-US" sz="2800" b="0" dirty="0"/>
              <a:t>-</a:t>
            </a:r>
            <a:r>
              <a:rPr lang="ru-RU" sz="2800" b="0" dirty="0" smtClean="0"/>
              <a:t> </a:t>
            </a:r>
            <a:r>
              <a:rPr lang="en-US" sz="2800" b="0" dirty="0" smtClean="0"/>
              <a:t>C#</a:t>
            </a:r>
            <a:br>
              <a:rPr lang="en-US" sz="2800" b="0" dirty="0" smtClean="0"/>
            </a:br>
            <a:r>
              <a:rPr lang="ru-RU" sz="2800" b="0" dirty="0" smtClean="0"/>
              <a:t>Жанр : Любой</a:t>
            </a:r>
            <a:br>
              <a:rPr lang="ru-RU" sz="2800" b="0" dirty="0" smtClean="0"/>
            </a:br>
            <a:r>
              <a:rPr lang="ru-RU" sz="2800" b="0" dirty="0"/>
              <a:t>Сюжет </a:t>
            </a:r>
            <a:r>
              <a:rPr lang="ru-RU" sz="2800" b="0" dirty="0" smtClean="0"/>
              <a:t>: Интересный</a:t>
            </a:r>
            <a:r>
              <a:rPr lang="ru-RU" sz="2800" b="0" dirty="0"/>
              <a:t> </a:t>
            </a:r>
            <a:r>
              <a:rPr lang="ru-RU" sz="2800" b="0" dirty="0" smtClean="0"/>
              <a:t>и Захватывающий</a:t>
            </a:r>
            <a:br>
              <a:rPr lang="ru-RU" sz="2800" b="0" dirty="0" smtClean="0"/>
            </a:br>
            <a:r>
              <a:rPr lang="ru-RU" sz="2800" b="0" dirty="0" smtClean="0"/>
              <a:t>Персонажи: хорошо детализованы</a:t>
            </a:r>
            <a:r>
              <a:rPr lang="ru-RU" sz="2800" b="0" dirty="0"/>
              <a:t/>
            </a:r>
            <a:br>
              <a:rPr lang="ru-RU" sz="2800" b="0" dirty="0"/>
            </a:br>
            <a:r>
              <a:rPr lang="ru-RU" sz="2800" b="0" dirty="0" err="1" smtClean="0"/>
              <a:t>Геймплей</a:t>
            </a:r>
            <a:r>
              <a:rPr lang="ru-RU" sz="2800" b="0" dirty="0" smtClean="0"/>
              <a:t>: понятен всем кто играет игру</a:t>
            </a:r>
            <a:r>
              <a:rPr lang="ru-RU" sz="2800" b="0" dirty="0"/>
              <a:t/>
            </a:r>
            <a:br>
              <a:rPr lang="ru-RU" sz="2800" b="0" dirty="0"/>
            </a:br>
            <a:r>
              <a:rPr lang="ru-RU" sz="2800" b="0" dirty="0"/>
              <a:t>Уровень и мир </a:t>
            </a:r>
            <a:r>
              <a:rPr lang="ru-RU" sz="2800" b="0" dirty="0" smtClean="0"/>
              <a:t>дизайна: сильно детализован</a:t>
            </a:r>
            <a:r>
              <a:rPr lang="ru-RU" sz="2800" b="0" dirty="0"/>
              <a:t/>
            </a:r>
            <a:br>
              <a:rPr lang="ru-RU" sz="2800" b="0" dirty="0"/>
            </a:br>
            <a:r>
              <a:rPr lang="ru-RU" sz="2800" b="0" dirty="0"/>
              <a:t>Искусство и</a:t>
            </a:r>
            <a:r>
              <a:rPr lang="ru-RU" sz="2800" b="0" dirty="0" smtClean="0"/>
              <a:t> эскизы: </a:t>
            </a:r>
            <a:r>
              <a:rPr lang="ru-RU" sz="2800" b="0" smtClean="0"/>
              <a:t>красиво нарисованы</a:t>
            </a:r>
            <a:r>
              <a:rPr lang="ru-RU" sz="2800" b="0" dirty="0"/>
              <a:t/>
            </a:r>
            <a:br>
              <a:rPr lang="ru-RU" sz="2800" b="0" dirty="0"/>
            </a:br>
            <a:endParaRPr lang="ru-RU" sz="2800" b="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83568" y="836712"/>
            <a:ext cx="7772400" cy="1500187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 smtClean="0">
                <a:solidFill>
                  <a:schemeClr val="tx1"/>
                </a:solidFill>
              </a:rPr>
              <a:t>Концепт</a:t>
            </a:r>
            <a:endParaRPr lang="ru-RU" sz="4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3031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solidFill>
                  <a:srgbClr val="FF0000"/>
                </a:solidFill>
              </a:rPr>
              <a:t>Пре-альфа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 smtClean="0"/>
              <a:t>   Сохранение игры</a:t>
            </a:r>
            <a:endParaRPr lang="ru-RU" dirty="0"/>
          </a:p>
          <a:p>
            <a:pPr marL="0" indent="0">
              <a:buNone/>
            </a:pPr>
            <a:r>
              <a:rPr lang="ru-RU" dirty="0" smtClean="0"/>
              <a:t>Сохранение-</a:t>
            </a:r>
            <a:r>
              <a:rPr lang="en-US" dirty="0" smtClean="0"/>
              <a:t>&gt;</a:t>
            </a:r>
            <a:r>
              <a:rPr lang="ru-RU" dirty="0" smtClean="0"/>
              <a:t>Играет-</a:t>
            </a:r>
            <a:r>
              <a:rPr lang="en-US" dirty="0" smtClean="0"/>
              <a:t>&gt; </a:t>
            </a:r>
            <a:r>
              <a:rPr lang="ru-RU" dirty="0" smtClean="0"/>
              <a:t>Сохранение с изменениями</a:t>
            </a:r>
          </a:p>
          <a:p>
            <a:pPr marL="0" indent="0">
              <a:buNone/>
            </a:pPr>
            <a:r>
              <a:rPr lang="ru-RU" dirty="0" smtClean="0"/>
              <a:t>   Кэш памяти есть</a:t>
            </a:r>
          </a:p>
          <a:p>
            <a:pPr marL="0" indent="0">
              <a:buNone/>
            </a:pPr>
            <a:r>
              <a:rPr lang="ru-RU" dirty="0" smtClean="0"/>
              <a:t>Процессор -</a:t>
            </a:r>
            <a:r>
              <a:rPr lang="en-US" dirty="0" smtClean="0"/>
              <a:t>&gt;</a:t>
            </a:r>
            <a:r>
              <a:rPr lang="ru-RU" dirty="0" smtClean="0"/>
              <a:t> кэш -</a:t>
            </a:r>
            <a:r>
              <a:rPr lang="en-US" dirty="0" smtClean="0"/>
              <a:t>&gt;</a:t>
            </a:r>
            <a:r>
              <a:rPr lang="ru-RU" dirty="0" smtClean="0"/>
              <a:t> Оперативная память-</a:t>
            </a:r>
            <a:r>
              <a:rPr lang="en-US" dirty="0" smtClean="0"/>
              <a:t>&gt;</a:t>
            </a:r>
            <a:r>
              <a:rPr lang="ru-RU" dirty="0"/>
              <a:t> </a:t>
            </a:r>
            <a:r>
              <a:rPr lang="ru-RU" dirty="0" smtClean="0"/>
              <a:t>Диск/</a:t>
            </a:r>
            <a:r>
              <a:rPr lang="en-US" dirty="0" smtClean="0"/>
              <a:t>SSD-&gt;</a:t>
            </a:r>
            <a:r>
              <a:rPr lang="ru-RU" dirty="0" smtClean="0"/>
              <a:t> Изменённое сохранение игры в папках игры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Играет</a:t>
            </a:r>
            <a:r>
              <a:rPr lang="en-US" dirty="0" smtClean="0">
                <a:sym typeface="Wingdings" panose="05000000000000000000" pitchFamily="2" charset="2"/>
              </a:rPr>
              <a:t></a:t>
            </a:r>
            <a:r>
              <a:rPr lang="ru-RU" dirty="0" smtClean="0">
                <a:sym typeface="Wingdings" panose="05000000000000000000" pitchFamily="2" charset="2"/>
              </a:rPr>
              <a:t>Сохранение</a:t>
            </a:r>
          </a:p>
          <a:p>
            <a:pPr marL="0" indent="0">
              <a:buNone/>
            </a:pPr>
            <a:endParaRPr lang="ru-RU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ru-RU" dirty="0" smtClean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ru-RU" dirty="0" smtClean="0">
                <a:sym typeface="Wingdings" panose="05000000000000000000" pitchFamily="2" charset="2"/>
              </a:rPr>
              <a:t>Кэш памяти нет</a:t>
            </a:r>
          </a:p>
          <a:p>
            <a:pPr marL="0" indent="0">
              <a:buNone/>
            </a:pPr>
            <a:r>
              <a:rPr lang="ru-RU" dirty="0" smtClean="0">
                <a:sym typeface="Wingdings" panose="05000000000000000000" pitchFamily="2" charset="2"/>
              </a:rPr>
              <a:t>Процессор</a:t>
            </a:r>
            <a:r>
              <a:rPr lang="en-US" dirty="0" smtClean="0">
                <a:sym typeface="Wingdings" panose="05000000000000000000" pitchFamily="2" charset="2"/>
              </a:rPr>
              <a:t></a:t>
            </a:r>
            <a:r>
              <a:rPr lang="ru-RU" dirty="0" smtClean="0">
                <a:sym typeface="Wingdings" panose="05000000000000000000" pitchFamily="2" charset="2"/>
              </a:rPr>
              <a:t>Изменяется папка игры в процессе игры</a:t>
            </a:r>
          </a:p>
        </p:txBody>
      </p:sp>
    </p:spTree>
    <p:extLst>
      <p:ext uri="{BB962C8B-B14F-4D97-AF65-F5344CB8AC3E}">
        <p14:creationId xmlns:p14="http://schemas.microsoft.com/office/powerpoint/2010/main" val="1908321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</a:t>
            </a:r>
            <a:r>
              <a:rPr lang="ru-RU" dirty="0" smtClean="0"/>
              <a:t>льфа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628800"/>
            <a:ext cx="4038600" cy="3384376"/>
          </a:xfr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 smtClean="0"/>
              <a:t>Одиночный мир</a:t>
            </a:r>
          </a:p>
          <a:p>
            <a:r>
              <a:rPr lang="ru-RU" sz="1800" dirty="0" smtClean="0"/>
              <a:t>1. За Бога</a:t>
            </a:r>
          </a:p>
          <a:p>
            <a:r>
              <a:rPr lang="ru-RU" sz="1800" dirty="0" smtClean="0"/>
              <a:t>2.За игрока (т. е за себя )</a:t>
            </a:r>
          </a:p>
          <a:p>
            <a:r>
              <a:rPr lang="ru-RU" dirty="0" smtClean="0"/>
              <a:t>Сетевая игра</a:t>
            </a:r>
          </a:p>
          <a:p>
            <a:r>
              <a:rPr lang="ru-RU" sz="2000" dirty="0" smtClean="0"/>
              <a:t>1.За Бога</a:t>
            </a:r>
          </a:p>
          <a:p>
            <a:r>
              <a:rPr lang="ru-RU" sz="2000" dirty="0" smtClean="0"/>
              <a:t>2. За игрока</a:t>
            </a:r>
          </a:p>
          <a:p>
            <a:r>
              <a:rPr lang="ru-RU" sz="2000" dirty="0" smtClean="0"/>
              <a:t>3. За ангела хранителя</a:t>
            </a:r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892055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3568" y="980728"/>
            <a:ext cx="7772400" cy="1362075"/>
          </a:xfrm>
        </p:spPr>
        <p:txBody>
          <a:bodyPr>
            <a:normAutofit/>
          </a:bodyPr>
          <a:lstStyle/>
          <a:p>
            <a:pPr algn="ctr"/>
            <a:r>
              <a:rPr lang="ru-RU" sz="3200" b="0" dirty="0"/>
              <a:t/>
            </a:r>
            <a:br>
              <a:rPr lang="ru-RU" sz="3200" b="0" dirty="0"/>
            </a:br>
            <a:r>
              <a:rPr lang="ru-RU" sz="3600" b="0" dirty="0" smtClean="0"/>
              <a:t>Бета</a:t>
            </a:r>
            <a:endParaRPr lang="ru-RU" sz="3200" b="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3330599"/>
          </a:xfrm>
        </p:spPr>
        <p:txBody>
          <a:bodyPr/>
          <a:lstStyle/>
          <a:p>
            <a:r>
              <a:rPr lang="ru-RU" dirty="0" smtClean="0">
                <a:solidFill>
                  <a:schemeClr val="tx1"/>
                </a:solidFill>
              </a:rPr>
              <a:t>Игра </a:t>
            </a:r>
            <a:r>
              <a:rPr lang="ru-RU" dirty="0">
                <a:solidFill>
                  <a:schemeClr val="tx1"/>
                </a:solidFill>
              </a:rPr>
              <a:t>запуская на любой операционной  системе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Подходит </a:t>
            </a:r>
            <a:r>
              <a:rPr lang="ru-RU" dirty="0">
                <a:solidFill>
                  <a:schemeClr val="tx1"/>
                </a:solidFill>
              </a:rPr>
              <a:t>на </a:t>
            </a:r>
            <a:r>
              <a:rPr lang="ru-RU" dirty="0" smtClean="0">
                <a:solidFill>
                  <a:schemeClr val="tx1"/>
                </a:solidFill>
              </a:rPr>
              <a:t>все </a:t>
            </a:r>
            <a:r>
              <a:rPr lang="ru-RU" dirty="0">
                <a:solidFill>
                  <a:schemeClr val="tx1"/>
                </a:solidFill>
              </a:rPr>
              <a:t>компьютеры ,   телефоне , планшете, консоль,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VR</a:t>
            </a:r>
            <a:endParaRPr lang="ru-RU" dirty="0" smtClean="0">
              <a:solidFill>
                <a:schemeClr val="tx1"/>
              </a:solidFill>
            </a:endParaRPr>
          </a:p>
          <a:p>
            <a:r>
              <a:rPr lang="ru-RU" dirty="0" smtClean="0">
                <a:solidFill>
                  <a:schemeClr val="tx1"/>
                </a:solidFill>
              </a:rPr>
              <a:t>Убирание багов </a:t>
            </a:r>
            <a:r>
              <a:rPr lang="ru-RU" dirty="0">
                <a:solidFill>
                  <a:schemeClr val="tx1"/>
                </a:solidFill>
              </a:rPr>
              <a:t/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Весит игра менее 10-25 гигабайт</a:t>
            </a:r>
          </a:p>
          <a:p>
            <a:r>
              <a:rPr lang="ru-RU" dirty="0" smtClean="0">
                <a:solidFill>
                  <a:schemeClr val="tx1"/>
                </a:solidFill>
              </a:rPr>
              <a:t>Прорабатывание игры</a:t>
            </a:r>
          </a:p>
          <a:p>
            <a:endParaRPr lang="ru-RU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5305134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</TotalTime>
  <Words>150</Words>
  <Application>Microsoft Office PowerPoint</Application>
  <PresentationFormat>Экран (4:3)</PresentationFormat>
  <Paragraphs>52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Wingdings</vt:lpstr>
      <vt:lpstr>Тема Office</vt:lpstr>
      <vt:lpstr>Улучшение создания игр</vt:lpstr>
      <vt:lpstr>Презентация PowerPoint</vt:lpstr>
      <vt:lpstr>1.Целевая аудитория от 6 до 18 лет 2.Конкуренции для игры нет 3.Игра будет продаваться без оплаты и без внутриигровых покупок 4. Создание игры от недели до 2-2,5 года 5. Ориентировачный бюджет игры менее 4 млн $ 6.Концепт игры и документ игрового дизайна легкий,  понятный, Интересный </vt:lpstr>
      <vt:lpstr>Документ игрового дизайна(GDD) Язык Программирования - C# Жанр : Любой Сюжет : Интересный и Захватывающий Персонажи: хорошо детализованы Геймплей: понятен всем кто играет игру Уровень и мир дизайна: сильно детализован Искусство и эскизы: красиво нарисованы </vt:lpstr>
      <vt:lpstr>Пре-альфа</vt:lpstr>
      <vt:lpstr>Альфа</vt:lpstr>
      <vt:lpstr> Бета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Улучшение создание игр</dc:title>
  <dc:creator>HP</dc:creator>
  <cp:lastModifiedBy>КасаткинаТихомирова </cp:lastModifiedBy>
  <cp:revision>26</cp:revision>
  <dcterms:created xsi:type="dcterms:W3CDTF">2023-01-04T10:26:01Z</dcterms:created>
  <dcterms:modified xsi:type="dcterms:W3CDTF">2023-03-11T11:22:16Z</dcterms:modified>
</cp:coreProperties>
</file>